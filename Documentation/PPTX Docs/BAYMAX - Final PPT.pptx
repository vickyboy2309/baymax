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9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</p:sldIdLst>
  <p:sldSz cx="12192000" cy="6858000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F1750-B2E7-153B-1150-948461C4C6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522200-9D82-A0F8-81FB-FF4B9DF799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0BBE26-FB6C-B72A-9049-417FBC70A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ECBC5-8EE2-412C-9B1F-3CA110ACAE0A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B8095-EB96-1D58-6F3D-FDC0140B4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87998-29F3-EBA9-E8D4-9B1576AAF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D805-4FC8-4A82-8CF5-B89CA3063C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5852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0E8AF-36DE-0300-24A3-4D8A93F75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B5D65-22BE-A36D-E046-A7EB426374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AB7760-EE72-E8F0-23AC-F1868EA48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ECBC5-8EE2-412C-9B1F-3CA110ACAE0A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2AB730-E333-9C55-3835-6DAEA13B9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222FC-59F7-FE41-44A3-533C46C02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D805-4FC8-4A82-8CF5-B89CA3063C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5380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13725-40F0-8638-EABC-A12BA670A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39F9C6-E015-F110-6652-BC2E23FCE5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4549F-7D87-9546-B13D-13BD67096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ECBC5-8EE2-412C-9B1F-3CA110ACAE0A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ADD2D8-F255-481C-738F-171AA81BD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B7A73-3765-EAD2-DE4D-AC1F77470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D805-4FC8-4A82-8CF5-B89CA3063C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808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DDBC2-18F5-8B15-FED4-2611D589C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ADA80-63DC-23F8-EE6D-5C7E5EA0F8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919DCE-3C33-E825-35E0-F67CDDF986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EA4145-9616-4C29-F667-7B6C241ED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ECBC5-8EE2-412C-9B1F-3CA110ACAE0A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FCC0CD-4D00-B159-FECE-7463D3D3C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1AC402-D18A-F19D-8005-5B5FF7643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D805-4FC8-4A82-8CF5-B89CA3063C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0576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4FE0D-F284-4B8D-B7CA-1C21F1D41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6981FC-459A-300B-50A8-A6CA23D1F1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3392EF-159B-79B4-9820-A281A977FD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A54770-711F-64CA-4F6C-F831658344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27E188-8060-4F94-8CBA-0F58A6E358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0C5616-AAB4-3E04-4DCE-629AC66E0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ECBC5-8EE2-412C-9B1F-3CA110ACAE0A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A0229C-61C6-046B-8A36-37EB30604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FF2B0F-2E4D-D054-0E60-DE3FBB1F4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D805-4FC8-4A82-8CF5-B89CA3063C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4993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69A47-FBDF-5EF6-6520-C55F1DC57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806E5C-AAFA-1D44-5709-47E382149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ECBC5-8EE2-412C-9B1F-3CA110ACAE0A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1DA815-514C-6480-7E07-F09C6C4A2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F52271-E1B3-A838-5232-EAAEEA1C2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D805-4FC8-4A82-8CF5-B89CA3063C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6519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437330-E865-53F5-5284-ABBB4655D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ECBC5-8EE2-412C-9B1F-3CA110ACAE0A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7C3611-EB35-D3FC-2598-25B1A746A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0F3C03-0C26-4A4A-B7F8-9CDC16926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D805-4FC8-4A82-8CF5-B89CA3063C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6506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5D583-9649-E633-AF37-1938665D8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FC3A8-DCBF-5E7D-7F10-C2090EFB6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1753B1-C2DD-7051-F202-A1E1DA9003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452450-8593-4F44-DF1D-C8F7F30FA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ECBC5-8EE2-412C-9B1F-3CA110ACAE0A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E54C01-4936-2667-09EE-E8F134802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59D7AE-52FD-D86D-FC44-1F8F65C4C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D805-4FC8-4A82-8CF5-B89CA3063C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2965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B207E-9E7A-ACD6-8286-028275F58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FACC95-6D6D-3802-23A5-AD1148942B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15AE99-3581-4811-B383-77AE4BE693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8DB097-A8B2-286F-C018-AE586179A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ECBC5-8EE2-412C-9B1F-3CA110ACAE0A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71FDFC-A200-1E5D-5506-F38084061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493730-221E-5E31-F606-70A1FE798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D805-4FC8-4A82-8CF5-B89CA3063C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0296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D4802-8B5B-A3FA-1CAF-04E3F95A5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FBA998-B438-BCDF-453A-B2003ADED6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0E384B-D47E-5C86-E33D-7CC8008D9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ECBC5-8EE2-412C-9B1F-3CA110ACAE0A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AC2B93-A0CC-BADF-6E49-AF350C914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20C49D-DE1B-38EF-D274-7DF55FCAA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D805-4FC8-4A82-8CF5-B89CA3063C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1731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2F2427-4442-D5DA-6AD6-58C6C2F7CD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061B41-D75C-261B-2DA1-BEE7AA794F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DC8448-8960-EAB6-6E78-34D69564D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ECBC5-8EE2-412C-9B1F-3CA110ACAE0A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822A85-E080-9208-A1D2-26443B4A0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B5B07D-0CAE-F154-66C0-6368F9D56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D805-4FC8-4A82-8CF5-B89CA3063C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2657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851C4F-0CB4-5111-90D8-68EA89CB4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D642AC-3547-02F3-5E0F-19ED184FF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74946D-46C4-87F9-59B0-0BAF5844CC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8ECBC5-8EE2-412C-9B1F-3CA110ACAE0A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DA8B10-3F5E-0146-2328-4425DCDD9B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408EA4-E16A-21EF-5478-4E9E6024F0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B5D805-4FC8-4A82-8CF5-B89CA3063C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69990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3A6821-9503-9B02-FA7C-97722FC46C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962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2">
            <a:extLst>
              <a:ext uri="{FF2B5EF4-FFF2-40B4-BE49-F238E27FC236}">
                <a16:creationId xmlns:a16="http://schemas.microsoft.com/office/drawing/2014/main" id="{EC614ECB-5799-5DBC-A07A-FBD91E52560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313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3">
            <a:extLst>
              <a:ext uri="{FF2B5EF4-FFF2-40B4-BE49-F238E27FC236}">
                <a16:creationId xmlns:a16="http://schemas.microsoft.com/office/drawing/2014/main" id="{E2583066-E2B1-9FEF-12A7-5102AC8F316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948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4">
            <a:extLst>
              <a:ext uri="{FF2B5EF4-FFF2-40B4-BE49-F238E27FC236}">
                <a16:creationId xmlns:a16="http://schemas.microsoft.com/office/drawing/2014/main" id="{F58026D7-77B8-4647-E277-A8F66688113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498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5">
            <a:extLst>
              <a:ext uri="{FF2B5EF4-FFF2-40B4-BE49-F238E27FC236}">
                <a16:creationId xmlns:a16="http://schemas.microsoft.com/office/drawing/2014/main" id="{5AA51A87-4690-FE5D-BC2B-18DB454693A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857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6">
            <a:extLst>
              <a:ext uri="{FF2B5EF4-FFF2-40B4-BE49-F238E27FC236}">
                <a16:creationId xmlns:a16="http://schemas.microsoft.com/office/drawing/2014/main" id="{890E4CEE-CC5A-3C3E-50AD-DED7AF9BFE9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925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7">
            <a:extLst>
              <a:ext uri="{FF2B5EF4-FFF2-40B4-BE49-F238E27FC236}">
                <a16:creationId xmlns:a16="http://schemas.microsoft.com/office/drawing/2014/main" id="{9D4E592E-8584-66AC-CCB8-989A2546F37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4286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8">
            <a:extLst>
              <a:ext uri="{FF2B5EF4-FFF2-40B4-BE49-F238E27FC236}">
                <a16:creationId xmlns:a16="http://schemas.microsoft.com/office/drawing/2014/main" id="{3905F638-4E2B-70C1-39A2-1B7D6D5B9A6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217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9">
            <a:extLst>
              <a:ext uri="{FF2B5EF4-FFF2-40B4-BE49-F238E27FC236}">
                <a16:creationId xmlns:a16="http://schemas.microsoft.com/office/drawing/2014/main" id="{3F58F1BC-05E1-6002-98BD-2068315D1BC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514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10">
            <a:extLst>
              <a:ext uri="{FF2B5EF4-FFF2-40B4-BE49-F238E27FC236}">
                <a16:creationId xmlns:a16="http://schemas.microsoft.com/office/drawing/2014/main" id="{C434DFD9-4C05-D206-40DE-61A3CD6E7A1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557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11">
            <a:extLst>
              <a:ext uri="{FF2B5EF4-FFF2-40B4-BE49-F238E27FC236}">
                <a16:creationId xmlns:a16="http://schemas.microsoft.com/office/drawing/2014/main" id="{8F1F2E25-A4A2-7949-7B85-70ED6073DB9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0480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12">
            <a:extLst>
              <a:ext uri="{FF2B5EF4-FFF2-40B4-BE49-F238E27FC236}">
                <a16:creationId xmlns:a16="http://schemas.microsoft.com/office/drawing/2014/main" id="{B7F9030C-1027-3DC5-54F5-0CE86A763E9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7282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13">
            <a:extLst>
              <a:ext uri="{FF2B5EF4-FFF2-40B4-BE49-F238E27FC236}">
                <a16:creationId xmlns:a16="http://schemas.microsoft.com/office/drawing/2014/main" id="{37A96A9F-A0FE-EC9D-AE79-F870DC305ED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1804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14">
            <a:extLst>
              <a:ext uri="{FF2B5EF4-FFF2-40B4-BE49-F238E27FC236}">
                <a16:creationId xmlns:a16="http://schemas.microsoft.com/office/drawing/2014/main" id="{DCAF0DAA-7300-1569-9C95-32180BFE0A1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0759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15">
            <a:extLst>
              <a:ext uri="{FF2B5EF4-FFF2-40B4-BE49-F238E27FC236}">
                <a16:creationId xmlns:a16="http://schemas.microsoft.com/office/drawing/2014/main" id="{95CCB471-12EA-A0BE-4DF8-16115953554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841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16">
            <a:extLst>
              <a:ext uri="{FF2B5EF4-FFF2-40B4-BE49-F238E27FC236}">
                <a16:creationId xmlns:a16="http://schemas.microsoft.com/office/drawing/2014/main" id="{ACE16CE4-34C2-47B1-F610-B8181EAED31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4147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17">
            <a:extLst>
              <a:ext uri="{FF2B5EF4-FFF2-40B4-BE49-F238E27FC236}">
                <a16:creationId xmlns:a16="http://schemas.microsoft.com/office/drawing/2014/main" id="{076A3073-99C5-4B3A-F18B-BC729440328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3139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18">
            <a:extLst>
              <a:ext uri="{FF2B5EF4-FFF2-40B4-BE49-F238E27FC236}">
                <a16:creationId xmlns:a16="http://schemas.microsoft.com/office/drawing/2014/main" id="{F1091FC1-9942-4861-F686-C6F0D7E2CC1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9121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19">
            <a:extLst>
              <a:ext uri="{FF2B5EF4-FFF2-40B4-BE49-F238E27FC236}">
                <a16:creationId xmlns:a16="http://schemas.microsoft.com/office/drawing/2014/main" id="{E40D07F9-DADC-5C11-94B6-8157C7D4873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6714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20">
            <a:extLst>
              <a:ext uri="{FF2B5EF4-FFF2-40B4-BE49-F238E27FC236}">
                <a16:creationId xmlns:a16="http://schemas.microsoft.com/office/drawing/2014/main" id="{FB2A35A9-C255-1692-57F9-D1371B15B75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0778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21">
            <a:extLst>
              <a:ext uri="{FF2B5EF4-FFF2-40B4-BE49-F238E27FC236}">
                <a16:creationId xmlns:a16="http://schemas.microsoft.com/office/drawing/2014/main" id="{F89B1006-2E38-1B44-AE10-96A86F4CA8F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8881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22">
            <a:extLst>
              <a:ext uri="{FF2B5EF4-FFF2-40B4-BE49-F238E27FC236}">
                <a16:creationId xmlns:a16="http://schemas.microsoft.com/office/drawing/2014/main" id="{45B1609F-B611-53EF-2F05-416164018F8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7124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23">
            <a:extLst>
              <a:ext uri="{FF2B5EF4-FFF2-40B4-BE49-F238E27FC236}">
                <a16:creationId xmlns:a16="http://schemas.microsoft.com/office/drawing/2014/main" id="{5DF651F3-C108-D49E-82FF-BF5EE202544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5410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24">
            <a:extLst>
              <a:ext uri="{FF2B5EF4-FFF2-40B4-BE49-F238E27FC236}">
                <a16:creationId xmlns:a16="http://schemas.microsoft.com/office/drawing/2014/main" id="{C63C1FDA-7AE2-5AE7-E3B5-B0BCAC4D1E0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0931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25">
            <a:extLst>
              <a:ext uri="{FF2B5EF4-FFF2-40B4-BE49-F238E27FC236}">
                <a16:creationId xmlns:a16="http://schemas.microsoft.com/office/drawing/2014/main" id="{E9647501-94B2-FEEA-E98E-DE8499E6BE7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690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26">
            <a:extLst>
              <a:ext uri="{FF2B5EF4-FFF2-40B4-BE49-F238E27FC236}">
                <a16:creationId xmlns:a16="http://schemas.microsoft.com/office/drawing/2014/main" id="{A24BEF19-0F1E-6590-5868-B5EE2233277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2012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27">
            <a:extLst>
              <a:ext uri="{FF2B5EF4-FFF2-40B4-BE49-F238E27FC236}">
                <a16:creationId xmlns:a16="http://schemas.microsoft.com/office/drawing/2014/main" id="{ECE60054-5FCC-B3F1-D03C-ACEC492AC7A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0469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28">
            <a:extLst>
              <a:ext uri="{FF2B5EF4-FFF2-40B4-BE49-F238E27FC236}">
                <a16:creationId xmlns:a16="http://schemas.microsoft.com/office/drawing/2014/main" id="{78693BB5-D7A5-058C-ACB3-469D8FC30CD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5214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29">
            <a:extLst>
              <a:ext uri="{FF2B5EF4-FFF2-40B4-BE49-F238E27FC236}">
                <a16:creationId xmlns:a16="http://schemas.microsoft.com/office/drawing/2014/main" id="{9D6EDAB1-2FAE-1373-833C-4F781B9CF19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1332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30">
            <a:extLst>
              <a:ext uri="{FF2B5EF4-FFF2-40B4-BE49-F238E27FC236}">
                <a16:creationId xmlns:a16="http://schemas.microsoft.com/office/drawing/2014/main" id="{4DE8D196-41FA-BBDE-DF11-B1BECA9B078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1669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31">
            <a:extLst>
              <a:ext uri="{FF2B5EF4-FFF2-40B4-BE49-F238E27FC236}">
                <a16:creationId xmlns:a16="http://schemas.microsoft.com/office/drawing/2014/main" id="{4256738F-07D9-AD03-4668-020A2164A30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2467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32">
            <a:extLst>
              <a:ext uri="{FF2B5EF4-FFF2-40B4-BE49-F238E27FC236}">
                <a16:creationId xmlns:a16="http://schemas.microsoft.com/office/drawing/2014/main" id="{204DC27A-6CC3-119F-710B-670AC7F5717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942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vigneshwarand23@outlook.com</dc:creator>
  <cp:lastModifiedBy>vigneshwarand23@outlook.com</cp:lastModifiedBy>
  <cp:revision>2</cp:revision>
  <dcterms:created xsi:type="dcterms:W3CDTF">2026-04-18T09:50:21Z</dcterms:created>
  <dcterms:modified xsi:type="dcterms:W3CDTF">2026-04-20T04:42:42Z</dcterms:modified>
</cp:coreProperties>
</file>